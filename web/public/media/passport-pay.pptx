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Cover · starts 0:00 · budget 15 s</a:t>
            </a:r>
          </a:p>
          <a:p>
            <a:r>
              <a:t>Hi, this is Passport Pay. AI agents are starting to spend real money, and today the only thing standing between a hijacked agent and your wallet is hope.</a:t>
            </a:r>
          </a:p>
          <a:p>
            <a:r>
              <a:t>We fixed that on Stellar.</a:t>
            </a:r>
          </a:p>
          <a:p>
            <a:r>
              <a:t>Cue: say it and click. 15 seconds.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Solution · starts 0:15 · budget 30 s</a:t>
            </a:r>
          </a:p>
          <a:p>
            <a:r>
              <a:t>Here's our real agent, a GPT-4o mini model. It read a data feed we rigged with a hidden order to pay an attacker. It obeyed and signed. Stellar rejected it, because the rules are enforced by the agent's own contract account.</a:t>
            </a:r>
          </a:p>
          <a:p>
            <a:r>
              <a:t>x402 says how an agent pays. Passport Pay decides who can pay, whom, and how much, without trusting anyone.</a:t>
            </a:r>
          </a:p>
          <a:p>
            <a:r>
              <a:t>Cue: point at the stamp: the real transaction of the LLM agent run (gpt-4o-mini, 26 Oct, testnet). Only the feed page is staged; the model's decision, the signature and the rejection are real.</a:t>
            </a:r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PMF · starts 0:45 · budget 25 s</a:t>
            </a:r>
          </a:p>
          <a:p>
            <a:r>
              <a:t>Every team building agents that pay hits the same wall: you can't hand an agent a budget without handing it the keys. And sellers can't trust who's on the other side.</a:t>
            </a:r>
          </a:p>
          <a:p>
            <a:r>
              <a:t>Passport Pay gives owners a hard limit and sellers a payer that brings its own controls.</a:t>
            </a:r>
          </a:p>
          <a:p>
            <a:r>
              <a:t>Cue: no market numbers. "Top risk" is OWASP LLM01, cited on the slide. "Ours lost zero": the attacker's balance after the scripted payee run.</a:t>
            </a:r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Technical Workflow · starts 1:10 · budget 35 s</a:t>
            </a:r>
          </a:p>
          <a:p>
            <a:r>
              <a:t>Three steps. Prove, bind, enforce. The key is that enforcement runs inside __check_auth, so the official facilitator rejects at simulation and the ledger rejects if anyone skips it.</a:t>
            </a:r>
          </a:p>
          <a:p>
            <a:r>
              <a:t>Prior work is declared: the ZK passport comes from open-stellar-passport, and Open Stellar had the marketplace with checks in the backend. Here we moved them onchain.</a:t>
            </a:r>
          </a:p>
          <a:p>
            <a:r>
              <a:t>Cue: 62 contract tests is today's cargo test count (51 account, 11 factory).</a:t>
            </a:r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Team · starts 1:45 · budget 20 s</a:t>
            </a:r>
          </a:p>
          <a:p>
            <a:r>
              <a:t>I'm Lucas, I run marketing and growth, and I'm a Stellar Ambassador in Buenos Aires. We built this because every agent team we talk to hits the same wall.</a:t>
            </a:r>
          </a:p>
          <a:p>
            <a:r>
              <a:t>Try it yourself: the link is on screen. Thanks.</a:t>
            </a:r>
          </a:p>
          <a:p>
            <a:r>
              <a:t>Cue: end on the link.</a:t>
            </a:r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stellar.expert/explorer/testnet/tx/b90a30c743e7aa56a8a843458018fd827afdf15df3607d1a9e8f475efad8215b" TargetMode="External"/><Relationship Id="rId5" Type="http://schemas.openxmlformats.org/officeDocument/2006/relationships/hyperlink" Target="https://passport-pay-stellar.vercel.app/presentaci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hyperlink" Target="https://passport-pay-stellar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DECK · MADE TO MOVE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PASSPORT PAY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Give your agent money. Not the power to drain it.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1440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DDA24"/>
                </a:solidFill>
                <a:latin typeface="JetBrains Mono"/>
              </a:rPr>
              <a:t>GENESIS · STELLAR UNLOCKED + COMPOSED · passport-pay-stellar.vercel.app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rules live in the agent's smart account.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pay APIs over x402, each with a ZK passport credential, one per agent, anti-Sybil by nullifier.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payment is checked: payee, cap, revocation.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hijacked agent can sign. Stellar still says no.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it wins: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it works even when the agent itself is compromised.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Oval 123"/>
          <p:cNvSpPr/>
          <p:nvPr/>
        </p:nvSpPr>
        <p:spPr>
          <a:xfrm rot="20880000">
            <a:off x="13213080" y="3611880"/>
            <a:ext cx="3931920" cy="3931920"/>
          </a:xfrm>
          <a:prstGeom prst="ellipse">
            <a:avLst/>
          </a:prstGeom>
          <a:solidFill>
            <a:srgbClr val="F7F6F2"/>
          </a:solidFill>
          <a:ln w="76200">
            <a:solidFill>
              <a:srgbClr val="C2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23A1A"/>
                </a:solidFill>
                <a:latin typeface="JetBrains Mono"/>
              </a:rPr>
              <a:t>STELLAR TESTNET</a:t>
            </a:r>
          </a:p>
          <a:p>
            <a:pPr algn="ctr"/>
            <a:r>
              <a:rPr sz="3000" b="1">
                <a:solidFill>
                  <a:srgbClr val="C23A1A"/>
                </a:solidFill>
                <a:latin typeface="Instrument Sans"/>
              </a:rPr>
              <a:t>REJECTED</a:t>
            </a:r>
          </a:p>
          <a:p>
            <a:pPr algn="ctr"/>
            <a:r>
              <a:rPr sz="1500" b="1">
                <a:solidFill>
                  <a:srgbClr val="C23A1A"/>
                </a:solidFill>
                <a:latin typeface="JetBrains Mono"/>
              </a:rPr>
              <a:t>PayeeNotAllowed #10</a:t>
            </a:r>
          </a:p>
          <a:p>
            <a:pPr algn="ctr"/>
            <a:r>
              <a:rPr sz="1200" b="0">
                <a:solidFill>
                  <a:srgbClr val="C23A1A"/>
                </a:solidFill>
                <a:latin typeface="JetBrains Mono"/>
                <a:hlinkClick r:id="rId4"/>
              </a:rPr>
              <a:t>tx b90a30c7…215b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710160" y="8092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JetBrains Mono"/>
                <a:hlinkClick r:id="rId5"/>
              </a:rPr>
              <a:t>Real FAILED tx on testnet · watch the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with wallets ship now. Injection is the risk.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Owners: babysit every payment, or trust a bypassable cap.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Sellers: no free tier for agents without bot farms.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Stellar: x402 and MPP are live; bounded authority is missing.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care: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injected page can drain an agent's wallet. Ours lost zero.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Prove. Bind. Enforce. Official x402 facilitator.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Prove: ZK passport in the browser, verified on BN254.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Bind: the factory deploys the agent's account in one tx.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Enforce: __check_auth on every USDC transfer.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it works: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on testnet, 62 contract tests, public demo.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Rounded Rectangle 167"/>
          <p:cNvSpPr/>
          <p:nvPr/>
        </p:nvSpPr>
        <p:spPr>
          <a:xfrm>
            <a:off x="12984480" y="3611880"/>
            <a:ext cx="4389120" cy="786384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DDA24"/>
                </a:solidFill>
                <a:latin typeface="JetBrains Mono"/>
              </a:rPr>
              <a:t>OWNER</a:t>
            </a:r>
          </a:p>
          <a:p>
            <a:pPr algn="ctr"/>
            <a:r>
              <a:rPr sz="1300" b="0">
                <a:solidFill>
                  <a:srgbClr val="FDDA24"/>
                </a:solidFill>
                <a:latin typeface="Inter Tight"/>
              </a:rPr>
              <a:t>ZK passport in the browser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950440" y="43616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2A2A"/>
                </a:solidFill>
                <a:latin typeface="JetBrains Mono"/>
              </a:rPr>
              <a:t>▼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984480" y="4654296"/>
            <a:ext cx="4389120" cy="786384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DDA24"/>
                </a:solidFill>
                <a:latin typeface="JetBrains Mono"/>
              </a:rPr>
              <a:t>PASSPORTFACTORY</a:t>
            </a:r>
          </a:p>
          <a:p>
            <a:pPr algn="ctr"/>
            <a:r>
              <a:rPr sz="1300" b="0">
                <a:solidFill>
                  <a:srgbClr val="FDDA24"/>
                </a:solidFill>
                <a:latin typeface="Inter Tight"/>
              </a:rPr>
              <a:t>verify proof + deploy account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950440" y="54041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2A2A"/>
                </a:solidFill>
                <a:latin typeface="JetBrains Mono"/>
              </a:rPr>
              <a:t>▼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2984480" y="5696712"/>
            <a:ext cx="4389120" cy="786384"/>
          </a:xfrm>
          <a:prstGeom prst="round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0F0F"/>
                </a:solidFill>
                <a:latin typeface="JetBrains Mono"/>
              </a:rPr>
              <a:t>PASSPORTACCOUNT</a:t>
            </a:r>
          </a:p>
          <a:p>
            <a:pPr algn="ctr"/>
            <a:r>
              <a:rPr sz="1300" b="0">
                <a:solidFill>
                  <a:srgbClr val="0F0F0F"/>
                </a:solidFill>
                <a:latin typeface="Inter Tight"/>
              </a:rPr>
              <a:t>__check_auth on every payment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50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2A2A"/>
                </a:solidFill>
                <a:latin typeface="JetBrains Mono"/>
              </a:rPr>
              <a:t>▼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984480" y="6739127"/>
            <a:ext cx="4389120" cy="786384"/>
          </a:xfrm>
          <a:prstGeom prst="round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DDA24"/>
                </a:solidFill>
                <a:latin typeface="JetBrains Mono"/>
              </a:rPr>
              <a:t>X402 API</a:t>
            </a:r>
          </a:p>
          <a:p>
            <a:pPr algn="ctr"/>
            <a:r>
              <a:rPr sz="1300" b="0">
                <a:solidFill>
                  <a:srgbClr val="FDDA24"/>
                </a:solidFill>
                <a:latin typeface="Inter Tight"/>
              </a:rPr>
              <a:t>USDC settles, or the ledger refuses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Rooted in the Stellar community in Buenos Aires.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Lucas Cariddi · Marketing and growth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Stellar Ambassador, Stellar events in Buenos Aires.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Crypto and AI (Compoze Labs, Bitget). UTN FRBA.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us: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live in the Stellar community.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Oval 189"/>
          <p:cNvSpPr/>
          <p:nvPr/>
        </p:nvSpPr>
        <p:spPr>
          <a:xfrm>
            <a:off x="13807440" y="3566160"/>
            <a:ext cx="2651760" cy="2651760"/>
          </a:xfrm>
          <a:prstGeom prst="ellipse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Lucas Cariddi" descr="Lucas Caridd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736" y="3648456"/>
            <a:ext cx="2487168" cy="2487168"/>
          </a:xfrm>
          <a:prstGeom prst="ellipse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914400" y="822960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JetBrains Mono"/>
                <a:hlinkClick r:id="rId5"/>
              </a:rPr>
              <a:t>Engineering on the shoulders of Bitcoindefi's open-stellar-passport and Open Stellar  ·  passport-pay-stellar.vercel.app  ·  github.com/LucasCariddi/passport-pay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Passport Pay · HackMeridian 2026 pitch deck</dc:title>
  <cp:lastModifiedBy>python-pptx</cp:lastModifiedBy>
  <cp:revision>1</cp:revision>
  <dcterms:modified xsi:type="dcterms:W3CDTF">2026-10-26T09:15:08Z</dcterms:modified>
  <dc:creator>Passport Pay</dc:creator>
</cp:coreProperties>
</file>