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DECK · MADE TO MOVE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HACKATHON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TEMPLATE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how your project solves the problem.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Present your idea as the answer to the pain point.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what makes it unique or better than other options.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Keep it short, clear, and exciting.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is your solution the best way to fix this?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05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is where you explain what real-world issue you’re solving.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why this problem matters (who is affected and how big the impact is).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possible, use numbers, examples, or stories to make it feel real.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should anyone care about this problem?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Here you explain how your solution workflow works in practice.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Briefly describe the technology, product, or process.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Focus on the logic and feasibility, not every technical detail.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does this actually work and why will it succeed?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Finally, explain who is behind the project.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the skills and roles of your team members.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 a small picture of team.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maximum 3 lines for each member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are you the right people to solve this problem?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